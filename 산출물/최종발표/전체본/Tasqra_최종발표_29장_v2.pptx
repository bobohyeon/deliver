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asqra Slid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asqra">
  <a:themeElements>
    <a:clrScheme name="Tasqra">
      <a:dk1>
        <a:srgbClr val="0E162F"/>
      </a:dk1>
      <a:lt1>
        <a:srgbClr val="FFFFFF"/>
      </a:lt1>
      <a:dk2>
        <a:srgbClr val="16234A"/>
      </a:dk2>
      <a:lt2>
        <a:srgbClr val="F4F7FC"/>
      </a:lt2>
      <a:accent1>
        <a:srgbClr val="315BD8"/>
      </a:accent1>
      <a:accent2>
        <a:srgbClr val="3BC7F4"/>
      </a:accent2>
      <a:accent3>
        <a:srgbClr val="2FA8CC"/>
      </a:accent3>
      <a:accent4>
        <a:srgbClr val="5576E8"/>
      </a:accent4>
      <a:accent5>
        <a:srgbClr val="475569"/>
      </a:accent5>
      <a:accent6>
        <a:srgbClr val="DCE5F1"/>
      </a:accent6>
      <a:hlink>
        <a:srgbClr val="315BD8"/>
      </a:hlink>
      <a:folHlink>
        <a:srgbClr val="16234A"/>
      </a:folHlink>
    </a:clrScheme>
    <a:fontScheme name="Tasqra">
      <a:majorFont>
        <a:latin typeface="Noto Sans KR"/>
        <a:ea typeface="Noto Sans KR"/>
        <a:cs typeface="Arial"/>
      </a:majorFont>
      <a:minorFont>
        <a:latin typeface="Noto Sans KR"/>
        <a:ea typeface="Noto Sans KR"/>
        <a:cs typeface="Arial"/>
      </a:minorFont>
    </a:fontScheme>
    <a:fmtScheme name="Tasqr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29</Slides>
  <Company>Tasqra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Tasqra 최종 발표 29장</dc:title>
  <dc:creator>김보현 · 박세현 · 최재정</dc:creator>
  <cp:lastModifiedBy>Kiro</cp:lastModifiedBy>
  <dcterms:created xsi:type="dcterms:W3CDTF">2026-09-08T00:00:00Z</dcterms:created>
  <dcterms:modified xsi:type="dcterms:W3CDTF">2026-09-08T00:00:00Z</dcterms:modified>
</cp:coreProperties>
</file>